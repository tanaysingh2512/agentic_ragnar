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9906000" cx="6858000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Helvetica Neu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YZFjI33Uwe80WK6oG4caQK1ca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Inter-italic.fntdata"/><Relationship Id="rId15" Type="http://customschemas.google.com/relationships/presentationmetadata" Target="metadata"/><Relationship Id="rId14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sv-S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360613" y="1143000"/>
            <a:ext cx="2136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8.jpg"/><Relationship Id="rId5" Type="http://schemas.openxmlformats.org/officeDocument/2006/relationships/hyperlink" Target="mailto:support@impactsolution.se" TargetMode="External"/><Relationship Id="rId6" Type="http://schemas.openxmlformats.org/officeDocument/2006/relationships/hyperlink" Target="http://www.impactsolution.se/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mailto:support@impactsolution.se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9102" y="336911"/>
            <a:ext cx="672084" cy="6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6246421" y="231568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398821" y="246808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 flipH="1">
            <a:off x="3294625" y="2398825"/>
            <a:ext cx="3429000" cy="6731100"/>
          </a:xfrm>
          <a:prstGeom prst="rtTriangle">
            <a:avLst/>
          </a:prstGeom>
          <a:solidFill>
            <a:srgbClr val="A8A9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4329" y="9012222"/>
            <a:ext cx="1746857" cy="5580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426848" y="3317918"/>
            <a:ext cx="415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4" name="Google Shape;94;p1"/>
          <p:cNvCxnSpPr/>
          <p:nvPr/>
        </p:nvCxnSpPr>
        <p:spPr>
          <a:xfrm>
            <a:off x="677333" y="8720667"/>
            <a:ext cx="566145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"/>
          <p:cNvSpPr txBox="1"/>
          <p:nvPr/>
        </p:nvSpPr>
        <p:spPr>
          <a:xfrm>
            <a:off x="654700" y="8858725"/>
            <a:ext cx="25158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sv-SE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sv-SE" sz="105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support@impactsolution.se</a:t>
            </a:r>
            <a:endParaRPr b="0" i="1" sz="105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sv-SE" sz="105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impactsolution.se</a:t>
            </a:r>
            <a:endParaRPr b="0" i="0" sz="105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sv-SE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Tiundagatan 59, 752 30 Uppsala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2204" y="336911"/>
            <a:ext cx="672084" cy="672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1050" y="1807349"/>
            <a:ext cx="2672801" cy="35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/>
        </p:nvSpPr>
        <p:spPr>
          <a:xfrm>
            <a:off x="3428850" y="2040763"/>
            <a:ext cx="2205000" cy="1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sv-SE" sz="11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Öppna upp dörren till automaten</a:t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sv-SE" sz="11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Stäng av strömmen på huvudströmbrytaren (eller dra ut sladden)</a:t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sv-SE" sz="11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Koppla ur den gula sladden ur automaten</a:t>
            </a:r>
            <a:endParaRPr b="0" i="0" sz="14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31050" y="5690475"/>
            <a:ext cx="2289000" cy="27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sv-SE" sz="11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Skruva ur dom fyra skruvarna och ta bort terminalen. </a:t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sv-SE" sz="11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Montera nya terminalen och anslut gula sladden och den svarta antennkabeln</a:t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sv-SE" sz="11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(Var försiktig när du sätter i antennkabeln - den är ömtålig)</a:t>
            </a:r>
            <a:endParaRPr b="1" i="1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sv-SE" sz="11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Placera antennen på insidan av maskinen - fäster med magnet. </a:t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sv-SE" sz="11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Starta upp maskinen igen.</a:t>
            </a:r>
            <a:endParaRPr b="1" i="0" sz="1100" u="none" cap="none" strike="noStrike">
              <a:solidFill>
                <a:srgbClr val="0F0F0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76238" y="4887487"/>
            <a:ext cx="2757614" cy="36768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"/>
          <p:cNvCxnSpPr/>
          <p:nvPr/>
        </p:nvCxnSpPr>
        <p:spPr>
          <a:xfrm flipH="1">
            <a:off x="3849763" y="5741538"/>
            <a:ext cx="2120700" cy="424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1"/>
          <p:cNvCxnSpPr/>
          <p:nvPr/>
        </p:nvCxnSpPr>
        <p:spPr>
          <a:xfrm flipH="1">
            <a:off x="4486063" y="5847563"/>
            <a:ext cx="1514700" cy="499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1"/>
          <p:cNvCxnSpPr/>
          <p:nvPr/>
        </p:nvCxnSpPr>
        <p:spPr>
          <a:xfrm flipH="1">
            <a:off x="4516463" y="5877863"/>
            <a:ext cx="1650900" cy="1317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1"/>
          <p:cNvCxnSpPr/>
          <p:nvPr/>
        </p:nvCxnSpPr>
        <p:spPr>
          <a:xfrm flipH="1">
            <a:off x="3880213" y="5559788"/>
            <a:ext cx="2075100" cy="136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1"/>
          <p:cNvSpPr txBox="1"/>
          <p:nvPr/>
        </p:nvSpPr>
        <p:spPr>
          <a:xfrm>
            <a:off x="549912" y="613288"/>
            <a:ext cx="6765000" cy="10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-SE" sz="3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Byta Nayax-enhet</a:t>
            </a:r>
            <a:endParaRPr b="1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-SE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Guide för att byta ut betalterminalen Nayax.</a:t>
            </a:r>
            <a:endParaRPr b="1" i="0" sz="1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sv-SE" sz="1500">
                <a:latin typeface="Inter"/>
                <a:ea typeface="Inter"/>
                <a:cs typeface="Inter"/>
                <a:sym typeface="Inter"/>
              </a:rPr>
              <a:t>Här är en guide hur du själv kan byta ut din nayaxterminal.</a:t>
            </a:r>
            <a:endParaRPr b="1" sz="15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6246421" y="2315688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398821" y="2468088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 flipH="1">
            <a:off x="3429000" y="7397750"/>
            <a:ext cx="3429000" cy="2508300"/>
          </a:xfrm>
          <a:prstGeom prst="rtTriangle">
            <a:avLst/>
          </a:prstGeom>
          <a:solidFill>
            <a:srgbClr val="A8A9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4329" y="9012222"/>
            <a:ext cx="1746857" cy="55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426848" y="3317918"/>
            <a:ext cx="415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5" name="Google Shape;115;p2"/>
          <p:cNvCxnSpPr/>
          <p:nvPr/>
        </p:nvCxnSpPr>
        <p:spPr>
          <a:xfrm>
            <a:off x="677333" y="8720667"/>
            <a:ext cx="566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2"/>
          <p:cNvSpPr txBox="1"/>
          <p:nvPr/>
        </p:nvSpPr>
        <p:spPr>
          <a:xfrm>
            <a:off x="654700" y="8858725"/>
            <a:ext cx="25158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sv-SE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sv-SE" sz="105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support@impactsolution.se</a:t>
            </a:r>
            <a:endParaRPr b="0" i="1" sz="105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sv-SE" sz="1050" u="none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</a:rPr>
              <a:t>010-20 71 510</a:t>
            </a:r>
            <a:endParaRPr b="0" i="0" sz="105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sv-SE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Tiundagatan 59, 752 30 Uppsala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247025" y="2891438"/>
            <a:ext cx="4522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sv-SE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 Solutions supportväxel</a:t>
            </a:r>
            <a:endParaRPr b="1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sv-SE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010-20 71 510</a:t>
            </a:r>
            <a:endParaRPr b="1" i="0" sz="5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4949" y="4650650"/>
            <a:ext cx="3626363" cy="3626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3900" y="1300787"/>
            <a:ext cx="890175" cy="8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