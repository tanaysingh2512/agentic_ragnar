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embeddedFontLst>
    <p:embeddedFont>
      <p:font typeface="Int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1226">
          <p15:clr>
            <a:srgbClr val="747775"/>
          </p15:clr>
        </p15:guide>
        <p15:guide id="3" pos="3515">
          <p15:clr>
            <a:srgbClr val="747775"/>
          </p15:clr>
        </p15:guide>
        <p15:guide id="4" orient="horz" pos="652">
          <p15:clr>
            <a:srgbClr val="747775"/>
          </p15:clr>
        </p15:guide>
        <p15:guide id="5" orient="horz" pos="2010">
          <p15:clr>
            <a:srgbClr val="747775"/>
          </p15:clr>
        </p15:guide>
        <p15:guide id="6" orient="horz" pos="4725">
          <p15:clr>
            <a:srgbClr val="747775"/>
          </p15:clr>
        </p15:guide>
        <p15:guide id="7" orient="horz" pos="6083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iiV2v/tjr2k6T9qxM+nOwk5ewm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1226"/>
        <p:guide pos="3515"/>
        <p:guide pos="652" orient="horz"/>
        <p:guide pos="2010" orient="horz"/>
        <p:guide pos="4725" orient="horz"/>
        <p:guide pos="60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Italic.fntdata"/><Relationship Id="rId10" Type="http://schemas.openxmlformats.org/officeDocument/2006/relationships/font" Target="fonts/Inter-italic.fntdata"/><Relationship Id="rId12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Int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9a37ed61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79a37ed610_0_0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ctrTitle"/>
          </p:nvPr>
        </p:nvSpPr>
        <p:spPr>
          <a:xfrm>
            <a:off x="257723" y="1547807"/>
            <a:ext cx="70449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"/>
          <p:cNvSpPr txBox="1"/>
          <p:nvPr>
            <p:ph idx="1" type="subTitle"/>
          </p:nvPr>
        </p:nvSpPr>
        <p:spPr>
          <a:xfrm>
            <a:off x="257716" y="5891519"/>
            <a:ext cx="7044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title"/>
          </p:nvPr>
        </p:nvSpPr>
        <p:spPr>
          <a:xfrm>
            <a:off x="257716" y="4471142"/>
            <a:ext cx="70449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257716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3995463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257716" y="1154970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257716" y="2888671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05342" y="935763"/>
            <a:ext cx="5265000" cy="85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3780163" y="-260"/>
            <a:ext cx="3780300" cy="1069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19517" y="2563498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19517" y="5826974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084015" y="1505192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257716" y="8794431"/>
            <a:ext cx="4959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257716" y="2299389"/>
            <a:ext cx="70449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257716" y="6552780"/>
            <a:ext cx="70449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support@impactsolution.se" TargetMode="External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mailto:support@impactsolution.se" TargetMode="External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79a37ed610_0_0"/>
          <p:cNvSpPr txBox="1"/>
          <p:nvPr/>
        </p:nvSpPr>
        <p:spPr>
          <a:xfrm>
            <a:off x="6885818" y="2499428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79a37ed610_0_0"/>
          <p:cNvSpPr txBox="1"/>
          <p:nvPr/>
        </p:nvSpPr>
        <p:spPr>
          <a:xfrm>
            <a:off x="7053818" y="2663921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g379a37ed610_0_0"/>
          <p:cNvSpPr/>
          <p:nvPr/>
        </p:nvSpPr>
        <p:spPr>
          <a:xfrm flipH="1">
            <a:off x="3780000" y="3426923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g379a37ed61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g379a37ed610_0_0"/>
          <p:cNvSpPr txBox="1"/>
          <p:nvPr/>
        </p:nvSpPr>
        <p:spPr>
          <a:xfrm>
            <a:off x="397512" y="1247913"/>
            <a:ext cx="67650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3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Racket Solution </a:t>
            </a:r>
            <a:r>
              <a:rPr b="1" lang="sv" sz="3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Daglig Rutine</a:t>
            </a:r>
            <a:endParaRPr b="1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Hver dag må man følge noen enkle rutiner for at RS-skapet skal fungere bra og for at kundene skal bli fornøyde.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g379a37ed610_0_0"/>
          <p:cNvSpPr txBox="1"/>
          <p:nvPr/>
        </p:nvSpPr>
        <p:spPr>
          <a:xfrm>
            <a:off x="474150" y="2499425"/>
            <a:ext cx="6142800" cy="24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Sjekkliste</a:t>
            </a: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Finn alle racketene som ikke ligger i skapet. Sett alt tilbake i skapet.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Åpne hver luke og desinfiser alle racketene. Sørg for at alle er hele og rene.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Steng lukene som kunder har glemt å stenge. Gå til admin-sidan og finn Locker &gt; Update for å tilbakestille statusen til “leie” på alle plasser.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Nullstill skapet i admin-portalen under «lockers»-menyen.</a:t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" name="Google Shape;60;g379a37ed610_0_0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g379a37ed610_0_0"/>
          <p:cNvSpPr txBox="1"/>
          <p:nvPr/>
        </p:nvSpPr>
        <p:spPr>
          <a:xfrm>
            <a:off x="721714" y="9561630"/>
            <a:ext cx="2286300" cy="7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g379a37ed610_0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363643"/>
            <a:ext cx="725413" cy="72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/>
        </p:nvSpPr>
        <p:spPr>
          <a:xfrm>
            <a:off x="6885818" y="2499428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"/>
          <p:cNvSpPr txBox="1"/>
          <p:nvPr/>
        </p:nvSpPr>
        <p:spPr>
          <a:xfrm>
            <a:off x="7053818" y="2663921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"/>
          <p:cNvSpPr/>
          <p:nvPr/>
        </p:nvSpPr>
        <p:spPr>
          <a:xfrm flipH="1">
            <a:off x="3780000" y="3426923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" name="Google Shape;7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 txBox="1"/>
          <p:nvPr/>
        </p:nvSpPr>
        <p:spPr>
          <a:xfrm>
            <a:off x="397512" y="1247913"/>
            <a:ext cx="6765000" cy="1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sv" sz="3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Racket Solution </a:t>
            </a:r>
            <a:r>
              <a:rPr b="1" lang="sv" sz="3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Daglig Rutin</a:t>
            </a:r>
            <a:endParaRPr b="1" i="0" sz="9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Varje dag måste man sköta några enkla rutiner för att RS-skåpet som fungera bra och för att kunderna ska bli nöjda.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474150" y="2499425"/>
            <a:ext cx="6142800" cy="27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sv" sz="15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Checklista</a:t>
            </a:r>
            <a:endParaRPr b="1" i="0" sz="1500" u="sng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Hitta alla racketar som ej ligger i skåpet. Ställa tillbaka allt i skåpet.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Öppna varje lucka och desinfektera alla racketar. Se till att alla är hela och rena.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Stäng luckor som kunder har glömt att stänga. Gå in på admin-sidan och hitta Locker &gt; Update för att återställa status till “ledig” på samtliga platser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Char char="❏"/>
            </a:pPr>
            <a:r>
              <a:rPr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Nollställ skåpet i admin-portalen under ”lockers”-menyn</a:t>
            </a:r>
            <a:endParaRPr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73" name="Google Shape;73;p1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" name="Google Shape;74;p1"/>
          <p:cNvSpPr txBox="1"/>
          <p:nvPr/>
        </p:nvSpPr>
        <p:spPr>
          <a:xfrm>
            <a:off x="721714" y="9561630"/>
            <a:ext cx="2286300" cy="7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363643"/>
            <a:ext cx="725413" cy="72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