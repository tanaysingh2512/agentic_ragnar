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10692000" cx="7560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1226">
          <p15:clr>
            <a:srgbClr val="747775"/>
          </p15:clr>
        </p15:guide>
        <p15:guide id="3" pos="3515">
          <p15:clr>
            <a:srgbClr val="747775"/>
          </p15:clr>
        </p15:guide>
        <p15:guide id="4" orient="horz" pos="652">
          <p15:clr>
            <a:srgbClr val="747775"/>
          </p15:clr>
        </p15:guide>
        <p15:guide id="5" orient="horz" pos="2010">
          <p15:clr>
            <a:srgbClr val="747775"/>
          </p15:clr>
        </p15:guide>
        <p15:guide id="6" orient="horz" pos="4725">
          <p15:clr>
            <a:srgbClr val="747775"/>
          </p15:clr>
        </p15:guide>
        <p15:guide id="7" orient="horz" pos="6083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i7McX1RqBdiquJ6GMBs9L+0JCE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1226"/>
        <p:guide pos="3515"/>
        <p:guide pos="652" orient="horz"/>
        <p:guide pos="2010" orient="horz"/>
        <p:guide pos="4725" orient="horz"/>
        <p:guide pos="608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3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2337829" y="1143000"/>
            <a:ext cx="2182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257723" y="1547807"/>
            <a:ext cx="7044900" cy="42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257716" y="5891519"/>
            <a:ext cx="70449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257716" y="4471142"/>
            <a:ext cx="70449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257716" y="2395741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3995463" y="2395741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257716" y="1154970"/>
            <a:ext cx="23217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257716" y="2888671"/>
            <a:ext cx="2321700" cy="6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05342" y="935763"/>
            <a:ext cx="5265000" cy="85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3780163" y="-260"/>
            <a:ext cx="3780300" cy="1069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19517" y="2563498"/>
            <a:ext cx="33444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19517" y="5826974"/>
            <a:ext cx="33444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084015" y="1505192"/>
            <a:ext cx="3172200" cy="76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257716" y="8794431"/>
            <a:ext cx="49599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257716" y="2299389"/>
            <a:ext cx="7044900" cy="4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257716" y="6552780"/>
            <a:ext cx="7044900" cy="27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mailto:support@impactsolution.se" TargetMode="External"/><Relationship Id="rId5" Type="http://schemas.openxmlformats.org/officeDocument/2006/relationships/hyperlink" Target="http://www.impactsolution.se/" TargetMode="External"/><Relationship Id="rId6" Type="http://schemas.openxmlformats.org/officeDocument/2006/relationships/image" Target="../media/image2.png"/><Relationship Id="rId7" Type="http://schemas.openxmlformats.org/officeDocument/2006/relationships/hyperlink" Target="mailto:support@impactsolution.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6885818" y="2817153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7053818" y="2981646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 flipH="1">
            <a:off x="3780000" y="3426898"/>
            <a:ext cx="3780000" cy="7265100"/>
          </a:xfrm>
          <a:prstGeom prst="rtTriangle">
            <a:avLst/>
          </a:prstGeom>
          <a:solidFill>
            <a:srgbClr val="5EBD84"/>
          </a:solidFill>
          <a:ln>
            <a:noFill/>
          </a:ln>
        </p:spPr>
        <p:txBody>
          <a:bodyPr anchorCtr="0" anchor="ctr" bIns="50025" lIns="100075" spcFirstLastPara="1" rIns="10007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9969" y="9727304"/>
            <a:ext cx="1885462" cy="6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397512" y="884488"/>
            <a:ext cx="6765000" cy="25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sv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Mina produkter i MoMa/Nayax/maskinen har fått fel bild eller namn</a:t>
            </a:r>
            <a:endParaRPr b="1" sz="3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Om en produkt har </a:t>
            </a:r>
            <a:r>
              <a:rPr b="1"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fått ett konstigt namn eller att bilden har uppdaterats i MoMa, påfyllarappen, Nayax eller i maskinen så beror detta på att en annan aktör lyckats ändra produkten. Det går lätt att återställa,</a:t>
            </a:r>
            <a:endParaRPr b="1" i="0" sz="3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549675" y="5908100"/>
            <a:ext cx="3780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" name="Google Shape;60;p1"/>
          <p:cNvCxnSpPr/>
          <p:nvPr/>
        </p:nvCxnSpPr>
        <p:spPr>
          <a:xfrm>
            <a:off x="746666" y="9412616"/>
            <a:ext cx="62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1"/>
          <p:cNvSpPr txBox="1"/>
          <p:nvPr/>
        </p:nvSpPr>
        <p:spPr>
          <a:xfrm>
            <a:off x="721725" y="9561623"/>
            <a:ext cx="2286300" cy="94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Impact Solution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sv" sz="11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support@impactsolution.se</a:t>
            </a:r>
            <a:endParaRPr b="0" i="1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sng" cap="none" strike="noStrike">
                <a:solidFill>
                  <a:srgbClr val="A8A9A3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impactsolution.se</a:t>
            </a:r>
            <a:endParaRPr b="0" i="0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010 - 20 71 510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C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4758" y="681368"/>
            <a:ext cx="725413" cy="72541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 txBox="1"/>
          <p:nvPr/>
        </p:nvSpPr>
        <p:spPr>
          <a:xfrm>
            <a:off x="446175" y="3273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Version. 1.0 2024-06-05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549675" y="2336575"/>
            <a:ext cx="3761700" cy="3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1" i="0" lang="sv" sz="1500" u="sng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b="1" i="0" sz="1500" u="sng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För att vi ska kunna ändra namnet på produkterna i din varuautomat i appen MoMa, Nayax eller maskinen så behöver vi att du skapar ett supportärende till </a:t>
            </a:r>
            <a:r>
              <a:rPr lang="sv" sz="15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7"/>
              </a:rPr>
              <a:t>support@impactsolution.se</a:t>
            </a: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Specificera vilken maskin det gäller och vart den står. Samt vilka produkter som har ändrats och vad du hade velat ändra dem tillbaka till. 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