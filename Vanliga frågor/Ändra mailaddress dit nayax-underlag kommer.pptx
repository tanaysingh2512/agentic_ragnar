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692000" cx="7560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1" roundtripDataSignature="AMtx7mh6LVEKj38BDgfaaorAMy6p970j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5"/>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2.png"/><Relationship Id="rId7" Type="http://schemas.openxmlformats.org/officeDocument/2006/relationships/hyperlink" Target="mailto:finance@impactsolution.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817153"/>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981646"/>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898"/>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884488"/>
            <a:ext cx="6765000" cy="20406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lang="sv" sz="3300">
                <a:solidFill>
                  <a:schemeClr val="dk1"/>
                </a:solidFill>
                <a:latin typeface="Inter"/>
                <a:ea typeface="Inter"/>
                <a:cs typeface="Inter"/>
                <a:sym typeface="Inter"/>
              </a:rPr>
              <a:t>Ändra mailadress för Nayax-underlag</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lang="sv" sz="1500">
                <a:solidFill>
                  <a:schemeClr val="dk1"/>
                </a:solidFill>
                <a:latin typeface="Inter"/>
                <a:ea typeface="Inter"/>
                <a:cs typeface="Inter"/>
                <a:sym typeface="Inter"/>
              </a:rPr>
              <a:t>Varje månad skickar Nayax ut ett underlag för den försäljning som ni gjort, samt er utbetalning från dem. Denna kommer ofta den 15e varje månad och via email, vill ni ändra denna email-adress behöver ni kontakta oss så ordnar vi det åt er.</a:t>
            </a:r>
            <a:endParaRPr b="1" i="0" sz="3300" u="none" cap="none" strike="noStrike">
              <a:solidFill>
                <a:schemeClr val="dk1"/>
              </a:solidFill>
              <a:latin typeface="Inter"/>
              <a:ea typeface="Inter"/>
              <a:cs typeface="Inter"/>
              <a:sym typeface="Inter"/>
            </a:endParaRPr>
          </a:p>
        </p:txBody>
      </p:sp>
      <p:sp>
        <p:nvSpPr>
          <p:cNvPr id="59" name="Google Shape;59;p1"/>
          <p:cNvSpPr txBox="1"/>
          <p:nvPr/>
        </p:nvSpPr>
        <p:spPr>
          <a:xfrm>
            <a:off x="549675" y="5908100"/>
            <a:ext cx="3780000" cy="3318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None/>
            </a:pPr>
            <a:r>
              <a:t/>
            </a:r>
            <a:endParaRPr b="0" i="0" sz="1500" u="none" cap="none" strike="noStrike">
              <a:solidFill>
                <a:schemeClr val="dk1"/>
              </a:solidFill>
              <a:latin typeface="Inter"/>
              <a:ea typeface="Inter"/>
              <a:cs typeface="Inter"/>
              <a:sym typeface="Inter"/>
            </a:endParaRPr>
          </a:p>
        </p:txBody>
      </p:sp>
      <p:cxnSp>
        <p:nvCxnSpPr>
          <p:cNvPr id="60" name="Google Shape;60;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1" name="Google Shape;61;p1"/>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62" name="Google Shape;62;p1"/>
          <p:cNvPicPr preferRelativeResize="0"/>
          <p:nvPr/>
        </p:nvPicPr>
        <p:blipFill rotWithShape="1">
          <a:blip r:embed="rId6">
            <a:alphaModFix/>
          </a:blip>
          <a:srcRect b="0" l="0" r="0" t="0"/>
          <a:stretch/>
        </p:blipFill>
        <p:spPr>
          <a:xfrm>
            <a:off x="6414758" y="681368"/>
            <a:ext cx="725413" cy="725413"/>
          </a:xfrm>
          <a:prstGeom prst="rect">
            <a:avLst/>
          </a:prstGeom>
          <a:noFill/>
          <a:ln>
            <a:noFill/>
          </a:ln>
        </p:spPr>
      </p:pic>
      <p:sp>
        <p:nvSpPr>
          <p:cNvPr id="63" name="Google Shape;63;p1"/>
          <p:cNvSpPr txBox="1"/>
          <p:nvPr/>
        </p:nvSpPr>
        <p:spPr>
          <a:xfrm>
            <a:off x="446175" y="3273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2024-06-05</a:t>
            </a:r>
            <a:endParaRPr b="0" i="0" sz="1400" u="none" cap="none" strike="noStrike">
              <a:solidFill>
                <a:schemeClr val="dk1"/>
              </a:solidFill>
              <a:latin typeface="Arial"/>
              <a:ea typeface="Arial"/>
              <a:cs typeface="Arial"/>
              <a:sym typeface="Arial"/>
            </a:endParaRPr>
          </a:p>
        </p:txBody>
      </p:sp>
      <p:sp>
        <p:nvSpPr>
          <p:cNvPr id="64" name="Google Shape;64;p1"/>
          <p:cNvSpPr txBox="1"/>
          <p:nvPr/>
        </p:nvSpPr>
        <p:spPr>
          <a:xfrm>
            <a:off x="549675" y="2336575"/>
            <a:ext cx="4906500" cy="2409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br>
              <a:rPr b="1" i="0" lang="sv" sz="1500" u="sng" cap="none" strike="noStrike">
                <a:solidFill>
                  <a:schemeClr val="dk1"/>
                </a:solidFill>
                <a:latin typeface="Inter"/>
                <a:ea typeface="Inter"/>
                <a:cs typeface="Inter"/>
                <a:sym typeface="Inter"/>
              </a:rPr>
            </a:br>
            <a:endParaRPr b="1" i="0" sz="1500" u="sng" cap="none" strike="noStrike">
              <a:solidFill>
                <a:schemeClr val="dk1"/>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323850" lvl="0" marL="457200" marR="0" rtl="0" algn="l">
              <a:lnSpc>
                <a:spcPct val="100000"/>
              </a:lnSpc>
              <a:spcBef>
                <a:spcPts val="0"/>
              </a:spcBef>
              <a:spcAft>
                <a:spcPts val="0"/>
              </a:spcAft>
              <a:buClr>
                <a:schemeClr val="dk1"/>
              </a:buClr>
              <a:buSzPts val="1500"/>
              <a:buFont typeface="Inter"/>
              <a:buChar char="●"/>
            </a:pPr>
            <a:r>
              <a:rPr lang="sv" sz="1500">
                <a:solidFill>
                  <a:schemeClr val="dk1"/>
                </a:solidFill>
                <a:latin typeface="Inter"/>
                <a:ea typeface="Inter"/>
                <a:cs typeface="Inter"/>
                <a:sym typeface="Inter"/>
              </a:rPr>
              <a:t>För att vi ska kunna byta eller lägga till fler mail-adresser som får försäljnings/utbetalningsunderlaget från Nayax behöver ni skicka ett mail till </a:t>
            </a:r>
            <a:r>
              <a:rPr lang="sv" sz="1500" u="sng">
                <a:solidFill>
                  <a:schemeClr val="hlink"/>
                </a:solidFill>
                <a:latin typeface="Inter"/>
                <a:ea typeface="Inter"/>
                <a:cs typeface="Inter"/>
                <a:sym typeface="Inter"/>
                <a:hlinkClick r:id="rId7"/>
              </a:rPr>
              <a:t>finance@impactsolution.se</a:t>
            </a:r>
            <a:r>
              <a:rPr lang="sv" sz="1500">
                <a:solidFill>
                  <a:schemeClr val="dk1"/>
                </a:solidFill>
                <a:latin typeface="Inter"/>
                <a:ea typeface="Inter"/>
                <a:cs typeface="Inter"/>
                <a:sym typeface="Inter"/>
              </a:rPr>
              <a:t> och ange ditt företagsnamn, samt vilken emailadress ni vill att vi ska skicka nayaxrapporterna till. </a:t>
            </a:r>
            <a:endParaRPr b="0" i="0" sz="150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