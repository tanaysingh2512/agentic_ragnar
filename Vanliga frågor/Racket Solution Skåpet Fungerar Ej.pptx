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692000" cx="7560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1226">
          <p15:clr>
            <a:srgbClr val="747775"/>
          </p15:clr>
        </p15:guide>
        <p15:guide id="3" pos="3515">
          <p15:clr>
            <a:srgbClr val="747775"/>
          </p15:clr>
        </p15:guide>
        <p15:guide id="4" orient="horz" pos="652">
          <p15:clr>
            <a:srgbClr val="747775"/>
          </p15:clr>
        </p15:guide>
        <p15:guide id="5" orient="horz" pos="2010">
          <p15:clr>
            <a:srgbClr val="747775"/>
          </p15:clr>
        </p15:guide>
        <p15:guide id="6" orient="horz" pos="4725">
          <p15:clr>
            <a:srgbClr val="747775"/>
          </p15:clr>
        </p15:guide>
        <p15:guide id="7" orient="horz" pos="6083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hXF2QFrpqhlTc6+VGc7RGjpkzb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1226"/>
        <p:guide pos="3515"/>
        <p:guide pos="652" orient="horz"/>
        <p:guide pos="2010" orient="horz"/>
        <p:guide pos="4725" orient="horz"/>
        <p:guide pos="60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3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337829" y="1143000"/>
            <a:ext cx="2182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257723" y="1547807"/>
            <a:ext cx="7044900" cy="42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257716" y="5891519"/>
            <a:ext cx="70449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257716" y="4471142"/>
            <a:ext cx="70449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257716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3995463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257716" y="1154970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257716" y="2888671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05342" y="935763"/>
            <a:ext cx="5265000" cy="85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780163" y="-260"/>
            <a:ext cx="3780300" cy="1069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19517" y="2563498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19517" y="5826974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084015" y="1505192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257716" y="8794431"/>
            <a:ext cx="4959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257716" y="2299389"/>
            <a:ext cx="7044900" cy="4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257716" y="6552780"/>
            <a:ext cx="70449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mailto:support@impactsolution.se" TargetMode="External"/><Relationship Id="rId5" Type="http://schemas.openxmlformats.org/officeDocument/2006/relationships/hyperlink" Target="http://www.impactsolution.se/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6885818" y="2499428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7053818" y="2663921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 flipH="1">
            <a:off x="3780000" y="3426923"/>
            <a:ext cx="3780000" cy="7265100"/>
          </a:xfrm>
          <a:prstGeom prst="rtTriangle">
            <a:avLst/>
          </a:prstGeom>
          <a:solidFill>
            <a:srgbClr val="5EBD84"/>
          </a:solidFill>
          <a:ln>
            <a:noFill/>
          </a:ln>
        </p:spPr>
        <p:txBody>
          <a:bodyPr anchorCtr="0" anchor="ctr" bIns="50025" lIns="100075" spcFirstLastPara="1" rIns="10007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969" y="9727304"/>
            <a:ext cx="1885462" cy="6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397512" y="1247913"/>
            <a:ext cx="67650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2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Racket Solution </a:t>
            </a:r>
            <a:r>
              <a:rPr b="1" lang="sv" sz="2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Skåpet Fungerar Ej</a:t>
            </a:r>
            <a:endParaRPr b="1" i="0" sz="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 en kund </a:t>
            </a: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upplever att skåpet ej fungerar finns det flera saker man måste göra.</a:t>
            </a:r>
            <a:endParaRPr b="1" i="0" sz="3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" name="Google Shape;59;p1"/>
          <p:cNvCxnSpPr/>
          <p:nvPr/>
        </p:nvCxnSpPr>
        <p:spPr>
          <a:xfrm>
            <a:off x="746666" y="9412616"/>
            <a:ext cx="62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1"/>
          <p:cNvSpPr txBox="1"/>
          <p:nvPr/>
        </p:nvSpPr>
        <p:spPr>
          <a:xfrm>
            <a:off x="721714" y="9561630"/>
            <a:ext cx="2286300" cy="7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sv" sz="1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support@impactsolution.se</a:t>
            </a:r>
            <a:endParaRPr b="0" i="1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010 - 20 71 510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758" y="363643"/>
            <a:ext cx="725413" cy="72541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/>
        </p:nvSpPr>
        <p:spPr>
          <a:xfrm>
            <a:off x="474150" y="2499425"/>
            <a:ext cx="6142800" cy="51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1" lang="sv" sz="15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Fråga om kunden har hyrt racket förut.</a:t>
            </a:r>
            <a:endParaRPr b="1" i="0" sz="1500" u="sng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 kunden hyr för första gången beror det troligtvis på att kunden inte har använt appen på ett korrekt sätt. Läs manual om </a:t>
            </a:r>
            <a:r>
              <a:rPr i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Racket Solution Ny Kund</a:t>
            </a: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för mer information.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1" lang="sv" sz="15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Starta om skåpet</a:t>
            </a:r>
            <a:endParaRPr b="1" sz="15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Maskinen behöver troligtvis en omstart då det löser</a:t>
            </a: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problemet 90% av gångerna.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lphaLcPeriod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Hitta sladden som ger ström till skåpet och dra ut kontakten.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lphaLcPeriod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Vänta i minst 10 sekunder. Viktigt för att Arduinon ska hinna start om.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lphaLcPeriod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Stoppa sedan i kontakten igen.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1" lang="sv" sz="15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 ni inte kan starta om skåpet</a:t>
            </a:r>
            <a:endParaRPr b="1" sz="15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Försök starta om skåpet på annat sätt. En gång fick en padelhall dra proppen för att starta om skåpet, det är värt det.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AutoNum type="arabicPeriod"/>
            </a:pPr>
            <a:r>
              <a:rPr b="1" lang="sv" sz="15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 ni fortfarande inte kan starta om skåpet</a:t>
            </a:r>
            <a:endParaRPr b="1" sz="15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Kontakta padelhallen så de är medvetna om situationen. Kontakta Impact Solution på 010 - 20 71 510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